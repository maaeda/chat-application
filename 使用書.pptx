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80FAC-B2F5-25C8-6D16-A8FD59D0B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488B16F-D471-97E8-2373-08009B577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BC102A-4510-B920-AE9E-7B33978F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D8D16F-D7CC-3F25-BAB2-75662FC4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26A5F3-26C5-CA26-A862-D50B40B2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90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846455-B67C-C558-FDC0-4C9E9847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DD670-1D19-398A-798D-5D0991EFB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02F022-149C-138C-17F2-8AD016E0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843F5C-DA0D-B4E7-EA3A-41B0DE1B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4C6F4D-97BD-1053-89FB-B3294EC1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764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7A15D-157A-A6A0-F1AE-0CF41663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4A482A-EA3E-BC02-FCF5-23D9D685F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5625A-D7B4-DCCB-8116-6B950614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70B42B-D6C3-4D2F-AFF6-F8877E5E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C8F1-830A-611C-0B99-BE0853D0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48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BF9CEB-6534-59A6-1159-CFF7FD110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CD2976-0370-3020-30D1-3B8FFA8B0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E83B30-BE5D-D542-E1AF-B7D0EAB01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68852-A280-4EFB-D8BE-4A44FBC2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8A3F6FF-F2A5-C924-1177-9A44489B7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136D0FE-0B05-2F24-4B6F-C638283F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00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D126BF-F7D0-A4E2-53A0-32560A55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ABB2EB-9B2C-F725-DD0B-96B46B610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4263AFA-BF09-58C1-90FE-36CA9755E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8FE6EF-B240-BCD5-0435-CE6703B4C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DF6C38-75E5-46FB-3955-8D22A8FE5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08F79B2-87AC-E374-1C56-A6C8AAC6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838911D-C6B0-BB4A-3CA4-0031AC4C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A13C59-BD76-863A-0E06-331E9AE4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59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0674C3-33D6-6449-FAD9-6C7B21706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2821503-D136-4D23-5BE7-753D3483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9C9A4E0-942F-504B-FA97-99A077C2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1D39C4E-DF32-164F-0F6A-A4E95D0B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186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DB84435-0EDA-DDEC-0157-4D5FC1E8D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15A51E-E17F-390A-0215-5B2C6AAD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11A5B9-0F05-0EDE-53F0-8C033660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02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E17327-1E17-E7B5-293F-95D61EC19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E7C38F-63CE-EE7A-B727-5E95A7D96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052FD6-61F6-1169-2280-A4D109639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277972-F4D8-5487-C153-EC16D149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F55D2C-77E0-FE6E-8297-ADBBD3DE6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82FBFB-3C25-55B6-0B40-24F0FDEB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96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753323-9448-55F4-8635-5BA1A8D6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C1015E-9B48-227B-3601-8241204674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9F57A7-8463-44B1-0146-8A8A3E1E4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80CF23-63CD-069F-0A19-AD1C45CB6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0633F1-01D6-52CF-594D-464EDC734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0CD304-4108-2B1D-7B5B-E9F78D43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342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B30D8E-0C3D-3484-15D0-8A6FCEDB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F54743-7FC6-60F1-C346-3456E6BB9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EEB2EB-EB52-8B71-4B4D-EB21322ED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756973-FDA4-0936-1AFD-04110EF8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FE27AC-6E04-5ADC-9EC0-C28073CD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90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1919C-3AAD-BBB5-F886-9B646598C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8238D4-B14F-3748-D755-F9736E893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6A6D9A-92CD-8B03-BB95-98B475D30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3E9461-1058-0A41-BCBC-04CEA7A5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1954BD-81E4-8A2F-8677-68F53B0D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4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EEAF676-6359-3E74-C6D1-5DCFCB5D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40ACAC7-15C9-B38D-CE2F-C3D4C3140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320089-2252-E165-33C7-A1E9D1C9F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7E596A-3FA7-46C0-A5AB-AD11BEA7438E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E5AEF3-C98F-DF03-8B4F-FE89C5ECC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137729-1DCF-CA24-36E1-011D0181B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4CDD6-6C6D-4FD5-8771-B64D51780E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973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C44EC3-EC2C-748E-4285-CB8AB36E5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仕様書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56ADBD-FFCD-34D4-1B64-70A4A6000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0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2F377E-0C47-A65B-C305-168779189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コンセプト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8580A7-0F58-D993-030A-EB9B8E474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おっくたっメッセージが</a:t>
            </a:r>
            <a:r>
              <a:rPr kumimoji="1" lang="en-US" altLang="ja-JP" dirty="0"/>
              <a:t>AI</a:t>
            </a:r>
            <a:r>
              <a:rPr kumimoji="1" lang="ja-JP" altLang="en-US" dirty="0"/>
              <a:t>風になるアプリ</a:t>
            </a:r>
            <a:endParaRPr kumimoji="1" lang="en-US" altLang="ja-JP" dirty="0"/>
          </a:p>
          <a:p>
            <a:r>
              <a:rPr lang="ja-JP" altLang="en-US"/>
              <a:t>実用性よりもおもしろさ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1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CF7CA-2D7F-F65B-0C37-664AF13D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調査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881C08-7F7A-988B-F2F5-227C41AE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AI</a:t>
            </a:r>
            <a:r>
              <a:rPr kumimoji="1" lang="ja-JP" altLang="en-US" dirty="0"/>
              <a:t>をアプリに組み込みたいが、間に合わなそうなら簡単なクラウドの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</a:t>
            </a:r>
            <a:r>
              <a:rPr kumimoji="1" lang="en-US" altLang="ja-JP" dirty="0"/>
              <a:t>API</a:t>
            </a:r>
            <a:r>
              <a:rPr kumimoji="1" lang="ja-JP" altLang="en-US" dirty="0"/>
              <a:t>を使用する。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データベースは</a:t>
            </a:r>
            <a:r>
              <a:rPr kumimoji="1" lang="en-US" altLang="ja-JP" dirty="0"/>
              <a:t>Firebase</a:t>
            </a:r>
            <a:r>
              <a:rPr kumimoji="1" lang="ja-JP" altLang="en-US"/>
              <a:t>を使用する。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8288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</Words>
  <Application>Microsoft Office PowerPoint</Application>
  <PresentationFormat>ワイド画面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仕様書</vt:lpstr>
      <vt:lpstr>コンセプト</vt:lpstr>
      <vt:lpstr>調査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前田 丈(zeal23410074)</dc:creator>
  <cp:lastModifiedBy>前田 丈(zeal23410074)</cp:lastModifiedBy>
  <cp:revision>2</cp:revision>
  <dcterms:created xsi:type="dcterms:W3CDTF">2026-01-21T03:06:09Z</dcterms:created>
  <dcterms:modified xsi:type="dcterms:W3CDTF">2026-05-13T02:07:28Z</dcterms:modified>
</cp:coreProperties>
</file>