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6934" y="489996"/>
            <a:ext cx="3683000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tx1"/>
                </a:solidFill>
                <a:latin typeface="M+ 1p"/>
                <a:cs typeface="M+ 1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chemeClr val="tx1"/>
                </a:solidFill>
                <a:latin typeface="Source Han Sans JP"/>
                <a:cs typeface="Source Han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M+ 1p"/>
                <a:cs typeface="M+ 1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750" b="0" i="0">
                <a:solidFill>
                  <a:schemeClr val="tx1"/>
                </a:solidFill>
                <a:latin typeface="Source Han Sans JP"/>
                <a:cs typeface="Source Han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M+ 1p"/>
                <a:cs typeface="M+ 1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ABE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3850" y="372109"/>
            <a:ext cx="17633950" cy="9543415"/>
          </a:xfrm>
          <a:custGeom>
            <a:avLst/>
            <a:gdLst/>
            <a:ahLst/>
            <a:cxnLst/>
            <a:rect l="l" t="t" r="r" b="b"/>
            <a:pathLst>
              <a:path w="17633950" h="9543415">
                <a:moveTo>
                  <a:pt x="17320348" y="127"/>
                </a:moveTo>
                <a:lnTo>
                  <a:pt x="323850" y="0"/>
                </a:lnTo>
                <a:lnTo>
                  <a:pt x="318554" y="0"/>
                </a:lnTo>
                <a:lnTo>
                  <a:pt x="271094" y="4279"/>
                </a:lnTo>
                <a:lnTo>
                  <a:pt x="224764" y="15481"/>
                </a:lnTo>
                <a:lnTo>
                  <a:pt x="180594" y="33362"/>
                </a:lnTo>
                <a:lnTo>
                  <a:pt x="139522" y="57518"/>
                </a:lnTo>
                <a:lnTo>
                  <a:pt x="102438" y="87452"/>
                </a:lnTo>
                <a:lnTo>
                  <a:pt x="70142" y="122504"/>
                </a:lnTo>
                <a:lnTo>
                  <a:pt x="43345" y="161899"/>
                </a:lnTo>
                <a:lnTo>
                  <a:pt x="22618" y="204812"/>
                </a:lnTo>
                <a:lnTo>
                  <a:pt x="8420" y="250304"/>
                </a:lnTo>
                <a:lnTo>
                  <a:pt x="1041" y="297383"/>
                </a:lnTo>
                <a:lnTo>
                  <a:pt x="0" y="9224225"/>
                </a:lnTo>
                <a:lnTo>
                  <a:pt x="647" y="9240113"/>
                </a:lnTo>
                <a:lnTo>
                  <a:pt x="7251" y="9287306"/>
                </a:lnTo>
                <a:lnTo>
                  <a:pt x="20713" y="9333014"/>
                </a:lnTo>
                <a:lnTo>
                  <a:pt x="40741" y="9376257"/>
                </a:lnTo>
                <a:lnTo>
                  <a:pt x="66890" y="9416097"/>
                </a:lnTo>
                <a:lnTo>
                  <a:pt x="98602" y="9451670"/>
                </a:lnTo>
                <a:lnTo>
                  <a:pt x="135191" y="9482201"/>
                </a:lnTo>
                <a:lnTo>
                  <a:pt x="175856" y="9507042"/>
                </a:lnTo>
                <a:lnTo>
                  <a:pt x="219735" y="9525635"/>
                </a:lnTo>
                <a:lnTo>
                  <a:pt x="265861" y="9537598"/>
                </a:lnTo>
                <a:lnTo>
                  <a:pt x="313258" y="9542691"/>
                </a:lnTo>
                <a:lnTo>
                  <a:pt x="17315053" y="9542805"/>
                </a:lnTo>
                <a:lnTo>
                  <a:pt x="17330953" y="9542119"/>
                </a:lnTo>
                <a:lnTo>
                  <a:pt x="17378146" y="9535515"/>
                </a:lnTo>
                <a:lnTo>
                  <a:pt x="17423866" y="9522066"/>
                </a:lnTo>
                <a:lnTo>
                  <a:pt x="17467072" y="9502038"/>
                </a:lnTo>
                <a:lnTo>
                  <a:pt x="17506924" y="9475889"/>
                </a:lnTo>
                <a:lnTo>
                  <a:pt x="17542510" y="9444177"/>
                </a:lnTo>
                <a:lnTo>
                  <a:pt x="17573028" y="9407588"/>
                </a:lnTo>
                <a:lnTo>
                  <a:pt x="17597882" y="9366910"/>
                </a:lnTo>
                <a:lnTo>
                  <a:pt x="17616462" y="9323044"/>
                </a:lnTo>
                <a:lnTo>
                  <a:pt x="17628425" y="9276905"/>
                </a:lnTo>
                <a:lnTo>
                  <a:pt x="17633505" y="9229521"/>
                </a:lnTo>
                <a:lnTo>
                  <a:pt x="17633632" y="318554"/>
                </a:lnTo>
                <a:lnTo>
                  <a:pt x="17632997" y="302666"/>
                </a:lnTo>
                <a:lnTo>
                  <a:pt x="17626330" y="255473"/>
                </a:lnTo>
                <a:lnTo>
                  <a:pt x="17612906" y="209753"/>
                </a:lnTo>
                <a:lnTo>
                  <a:pt x="17592865" y="166509"/>
                </a:lnTo>
                <a:lnTo>
                  <a:pt x="17566741" y="126669"/>
                </a:lnTo>
                <a:lnTo>
                  <a:pt x="17535017" y="91109"/>
                </a:lnTo>
                <a:lnTo>
                  <a:pt x="17498415" y="60578"/>
                </a:lnTo>
                <a:lnTo>
                  <a:pt x="17457737" y="35737"/>
                </a:lnTo>
                <a:lnTo>
                  <a:pt x="17413884" y="17145"/>
                </a:lnTo>
                <a:lnTo>
                  <a:pt x="17367719" y="5194"/>
                </a:lnTo>
                <a:lnTo>
                  <a:pt x="17320348" y="127"/>
                </a:lnTo>
                <a:close/>
              </a:path>
            </a:pathLst>
          </a:custGeom>
          <a:solidFill>
            <a:srgbClr val="F6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50" b="1" i="0">
                <a:solidFill>
                  <a:schemeClr val="tx1"/>
                </a:solidFill>
                <a:latin typeface="M+ 1p"/>
                <a:cs typeface="M+ 1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ABE8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3850" y="372109"/>
            <a:ext cx="17633950" cy="9543415"/>
          </a:xfrm>
          <a:custGeom>
            <a:avLst/>
            <a:gdLst/>
            <a:ahLst/>
            <a:cxnLst/>
            <a:rect l="l" t="t" r="r" b="b"/>
            <a:pathLst>
              <a:path w="17633950" h="9543415">
                <a:moveTo>
                  <a:pt x="17320348" y="127"/>
                </a:moveTo>
                <a:lnTo>
                  <a:pt x="323850" y="0"/>
                </a:lnTo>
                <a:lnTo>
                  <a:pt x="318554" y="0"/>
                </a:lnTo>
                <a:lnTo>
                  <a:pt x="271094" y="4279"/>
                </a:lnTo>
                <a:lnTo>
                  <a:pt x="224764" y="15481"/>
                </a:lnTo>
                <a:lnTo>
                  <a:pt x="180594" y="33362"/>
                </a:lnTo>
                <a:lnTo>
                  <a:pt x="139522" y="57518"/>
                </a:lnTo>
                <a:lnTo>
                  <a:pt x="102438" y="87452"/>
                </a:lnTo>
                <a:lnTo>
                  <a:pt x="70142" y="122504"/>
                </a:lnTo>
                <a:lnTo>
                  <a:pt x="43345" y="161899"/>
                </a:lnTo>
                <a:lnTo>
                  <a:pt x="22618" y="204812"/>
                </a:lnTo>
                <a:lnTo>
                  <a:pt x="8420" y="250304"/>
                </a:lnTo>
                <a:lnTo>
                  <a:pt x="1041" y="297383"/>
                </a:lnTo>
                <a:lnTo>
                  <a:pt x="0" y="9224225"/>
                </a:lnTo>
                <a:lnTo>
                  <a:pt x="647" y="9240113"/>
                </a:lnTo>
                <a:lnTo>
                  <a:pt x="7251" y="9287306"/>
                </a:lnTo>
                <a:lnTo>
                  <a:pt x="20713" y="9333014"/>
                </a:lnTo>
                <a:lnTo>
                  <a:pt x="40741" y="9376257"/>
                </a:lnTo>
                <a:lnTo>
                  <a:pt x="66890" y="9416097"/>
                </a:lnTo>
                <a:lnTo>
                  <a:pt x="98602" y="9451670"/>
                </a:lnTo>
                <a:lnTo>
                  <a:pt x="135191" y="9482201"/>
                </a:lnTo>
                <a:lnTo>
                  <a:pt x="175856" y="9507042"/>
                </a:lnTo>
                <a:lnTo>
                  <a:pt x="219735" y="9525635"/>
                </a:lnTo>
                <a:lnTo>
                  <a:pt x="265861" y="9537598"/>
                </a:lnTo>
                <a:lnTo>
                  <a:pt x="313258" y="9542691"/>
                </a:lnTo>
                <a:lnTo>
                  <a:pt x="17315053" y="9542805"/>
                </a:lnTo>
                <a:lnTo>
                  <a:pt x="17330953" y="9542119"/>
                </a:lnTo>
                <a:lnTo>
                  <a:pt x="17378146" y="9535515"/>
                </a:lnTo>
                <a:lnTo>
                  <a:pt x="17423866" y="9522066"/>
                </a:lnTo>
                <a:lnTo>
                  <a:pt x="17467072" y="9502038"/>
                </a:lnTo>
                <a:lnTo>
                  <a:pt x="17506924" y="9475889"/>
                </a:lnTo>
                <a:lnTo>
                  <a:pt x="17542510" y="9444177"/>
                </a:lnTo>
                <a:lnTo>
                  <a:pt x="17573028" y="9407588"/>
                </a:lnTo>
                <a:lnTo>
                  <a:pt x="17597882" y="9366910"/>
                </a:lnTo>
                <a:lnTo>
                  <a:pt x="17616462" y="9323044"/>
                </a:lnTo>
                <a:lnTo>
                  <a:pt x="17628425" y="9276905"/>
                </a:lnTo>
                <a:lnTo>
                  <a:pt x="17633505" y="9229521"/>
                </a:lnTo>
                <a:lnTo>
                  <a:pt x="17633632" y="318554"/>
                </a:lnTo>
                <a:lnTo>
                  <a:pt x="17632997" y="302666"/>
                </a:lnTo>
                <a:lnTo>
                  <a:pt x="17626330" y="255473"/>
                </a:lnTo>
                <a:lnTo>
                  <a:pt x="17612906" y="209753"/>
                </a:lnTo>
                <a:lnTo>
                  <a:pt x="17592865" y="166509"/>
                </a:lnTo>
                <a:lnTo>
                  <a:pt x="17566741" y="126669"/>
                </a:lnTo>
                <a:lnTo>
                  <a:pt x="17535017" y="91109"/>
                </a:lnTo>
                <a:lnTo>
                  <a:pt x="17498415" y="60578"/>
                </a:lnTo>
                <a:lnTo>
                  <a:pt x="17457737" y="35737"/>
                </a:lnTo>
                <a:lnTo>
                  <a:pt x="17413884" y="17145"/>
                </a:lnTo>
                <a:lnTo>
                  <a:pt x="17367719" y="5194"/>
                </a:lnTo>
                <a:lnTo>
                  <a:pt x="17320348" y="127"/>
                </a:lnTo>
                <a:close/>
              </a:path>
            </a:pathLst>
          </a:custGeom>
          <a:solidFill>
            <a:srgbClr val="F6F7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934" y="489996"/>
            <a:ext cx="2951479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1" i="0">
                <a:solidFill>
                  <a:schemeClr val="tx1"/>
                </a:solidFill>
                <a:latin typeface="M+ 1p"/>
                <a:cs typeface="M+ 1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02141" y="2701395"/>
            <a:ext cx="11009630" cy="5155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50" b="0" i="0">
                <a:solidFill>
                  <a:schemeClr val="tx1"/>
                </a:solidFill>
                <a:latin typeface="Source Han Sans JP"/>
                <a:cs typeface="Source Han Sans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75278" y="4524436"/>
            <a:ext cx="6361430" cy="198373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5950" dirty="0">
                <a:latin typeface="M+ 1p"/>
                <a:cs typeface="M+ 1p"/>
              </a:rPr>
              <a:t>AI</a:t>
            </a:r>
            <a:r>
              <a:rPr sz="5950" spc="-10" dirty="0">
                <a:latin typeface="M+ 1p"/>
                <a:cs typeface="M+ 1p"/>
              </a:rPr>
              <a:t> チャットアプリ</a:t>
            </a:r>
            <a:endParaRPr sz="5950" dirty="0">
              <a:latin typeface="M+ 1p"/>
              <a:cs typeface="M+ 1p"/>
            </a:endParaRPr>
          </a:p>
          <a:p>
            <a:pPr marR="211454" algn="ctr">
              <a:lnSpc>
                <a:spcPct val="100000"/>
              </a:lnSpc>
              <a:spcBef>
                <a:spcPts val="675"/>
              </a:spcBef>
            </a:pPr>
            <a:r>
              <a:rPr b="0" spc="-20" dirty="0">
                <a:latin typeface="M+ 1p light"/>
                <a:cs typeface="M+ 1p light"/>
              </a:rPr>
              <a:t>仕様書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51275" y="9437373"/>
            <a:ext cx="12763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5" dirty="0">
                <a:latin typeface="M+ 1p light"/>
                <a:cs typeface="M+ 1p light"/>
              </a:rPr>
              <a:t>前田 丈</a:t>
            </a:r>
            <a:endParaRPr sz="3000">
              <a:latin typeface="M+ 1p light"/>
              <a:cs typeface="M+ 1p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M+ 1p"/>
                <a:cs typeface="M+ 1p"/>
              </a:rPr>
              <a:t>アプリ概要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3869618"/>
            <a:ext cx="9398405" cy="21416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sz="5750" dirty="0">
                <a:latin typeface="Source Han Sans JP"/>
                <a:cs typeface="Source Han Sans JP"/>
              </a:rPr>
              <a:t>ローカル</a:t>
            </a:r>
            <a:r>
              <a:rPr sz="5750" dirty="0">
                <a:latin typeface="Arial Narrow"/>
                <a:cs typeface="Arial Narrow"/>
              </a:rPr>
              <a:t> </a:t>
            </a:r>
            <a:r>
              <a:rPr sz="5750" dirty="0">
                <a:latin typeface="Source Han Sans JP"/>
                <a:cs typeface="Source Han Sans JP"/>
              </a:rPr>
              <a:t>LLM</a:t>
            </a:r>
            <a:r>
              <a:rPr sz="5750" dirty="0">
                <a:latin typeface="Arial Narrow"/>
                <a:cs typeface="Arial Narrow"/>
              </a:rPr>
              <a:t> </a:t>
            </a:r>
            <a:r>
              <a:rPr sz="5750" spc="-10" dirty="0" err="1">
                <a:latin typeface="Source Han Sans JP"/>
                <a:cs typeface="Source Han Sans JP"/>
              </a:rPr>
              <a:t>を搭載した</a:t>
            </a:r>
            <a:endParaRPr lang="en-US" sz="5750" spc="-10" dirty="0">
              <a:latin typeface="Source Han Sans JP"/>
              <a:cs typeface="Source Han Sans JP"/>
            </a:endParaRPr>
          </a:p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sz="5750" spc="-50" dirty="0">
                <a:latin typeface="Source Han Sans JP"/>
                <a:cs typeface="Source Han Sans JP"/>
              </a:rPr>
              <a:t> </a:t>
            </a:r>
            <a:r>
              <a:rPr sz="5750" dirty="0">
                <a:latin typeface="Source Han Sans JP"/>
                <a:cs typeface="Source Han Sans JP"/>
              </a:rPr>
              <a:t>安全な</a:t>
            </a:r>
            <a:r>
              <a:rPr sz="5750" dirty="0">
                <a:latin typeface="Arial Narrow"/>
                <a:cs typeface="Arial Narrow"/>
              </a:rPr>
              <a:t> </a:t>
            </a:r>
            <a:r>
              <a:rPr sz="5750" dirty="0">
                <a:latin typeface="Source Han Sans JP"/>
                <a:cs typeface="Source Han Sans JP"/>
              </a:rPr>
              <a:t>AI</a:t>
            </a:r>
            <a:r>
              <a:rPr sz="5750" dirty="0">
                <a:latin typeface="Arial Narrow"/>
                <a:cs typeface="Arial Narrow"/>
              </a:rPr>
              <a:t> </a:t>
            </a:r>
            <a:r>
              <a:rPr sz="5750" spc="-10" dirty="0">
                <a:latin typeface="Source Han Sans JP"/>
                <a:cs typeface="Source Han Sans JP"/>
              </a:rPr>
              <a:t>メッセージアプリ</a:t>
            </a:r>
            <a:endParaRPr sz="5750" dirty="0">
              <a:latin typeface="Source Han Sans JP"/>
              <a:cs typeface="Source Han Sans JP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287125" y="1000125"/>
            <a:ext cx="6238240" cy="8448675"/>
            <a:chOff x="11287125" y="1000125"/>
            <a:chExt cx="6238240" cy="84486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83498" y="1000125"/>
              <a:ext cx="4741548" cy="77152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87125" y="1866900"/>
              <a:ext cx="4724400" cy="7581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6934" y="489996"/>
            <a:ext cx="7804784" cy="5051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M+ 1p"/>
                <a:cs typeface="M+ 1p"/>
              </a:rPr>
              <a:t>アプリ概要</a:t>
            </a: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-10" dirty="0">
              <a:latin typeface="M+ 1p"/>
              <a:cs typeface="M+ 1p"/>
            </a:endParaRPr>
          </a:p>
          <a:p>
            <a:pPr marL="2670810">
              <a:lnSpc>
                <a:spcPct val="100000"/>
              </a:lnSpc>
            </a:pPr>
            <a:r>
              <a:rPr b="0" spc="-10" dirty="0">
                <a:latin typeface="Source Han Sans JP"/>
                <a:cs typeface="Source Han Sans JP"/>
              </a:rPr>
              <a:t>返信の自動提案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06200" y="1362075"/>
            <a:ext cx="4743450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6934" y="489996"/>
            <a:ext cx="7037070" cy="5051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M+ 1p"/>
                <a:cs typeface="M+ 1p"/>
              </a:rPr>
              <a:t>アプリ概要</a:t>
            </a: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-10" dirty="0">
              <a:latin typeface="M+ 1p"/>
              <a:cs typeface="M+ 1p"/>
            </a:endParaRPr>
          </a:p>
          <a:p>
            <a:pPr marL="3366135">
              <a:lnSpc>
                <a:spcPct val="100000"/>
              </a:lnSpc>
            </a:pPr>
            <a:r>
              <a:rPr b="0" spc="-10" dirty="0">
                <a:latin typeface="Source Han Sans JP"/>
                <a:cs typeface="Source Han Sans JP"/>
              </a:rPr>
              <a:t>文章の変換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44300" y="1352550"/>
            <a:ext cx="4724400" cy="7581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M+ 1p"/>
                <a:cs typeface="M+ 1p"/>
              </a:rPr>
              <a:t>アプリ概要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0595" y="3869618"/>
            <a:ext cx="8803640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sz="5750" spc="-5" dirty="0">
                <a:latin typeface="Source Han Sans JP"/>
                <a:cs typeface="Source Han Sans JP"/>
              </a:rPr>
              <a:t>端末の性能などに合わせて様々なモデルを使用可能</a:t>
            </a:r>
            <a:endParaRPr sz="5750">
              <a:latin typeface="Source Han Sans JP"/>
              <a:cs typeface="Source Han Sans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56811" y="1285875"/>
            <a:ext cx="3413730" cy="7715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6934" y="489996"/>
            <a:ext cx="10405110" cy="5051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>
                <a:latin typeface="M+ 1p"/>
                <a:cs typeface="M+ 1p"/>
              </a:rPr>
              <a:t>アプリ概要</a:t>
            </a: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</a:pPr>
            <a:endParaRPr spc="-10" dirty="0">
              <a:latin typeface="M+ 1p"/>
              <a:cs typeface="M+ 1p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pc="-10" dirty="0">
              <a:latin typeface="M+ 1p"/>
              <a:cs typeface="M+ 1p"/>
            </a:endParaRPr>
          </a:p>
          <a:p>
            <a:pPr marL="6734175">
              <a:lnSpc>
                <a:spcPct val="100000"/>
              </a:lnSpc>
            </a:pPr>
            <a:r>
              <a:rPr b="0" spc="-10" dirty="0">
                <a:latin typeface="Source Han Sans JP"/>
                <a:cs typeface="Source Han Sans JP"/>
              </a:rPr>
              <a:t>実際の動作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" dirty="0">
                <a:latin typeface="M+ 1p"/>
                <a:cs typeface="M+ 1p"/>
              </a:rPr>
              <a:t>技術構成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651" y="3243046"/>
            <a:ext cx="3064797" cy="94373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4429417"/>
            <a:ext cx="3064662" cy="94371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68035" indent="-635">
              <a:lnSpc>
                <a:spcPct val="150500"/>
              </a:lnSpc>
              <a:spcBef>
                <a:spcPts val="95"/>
              </a:spcBef>
            </a:pPr>
            <a:r>
              <a:rPr spc="-10" dirty="0"/>
              <a:t>データベース</a:t>
            </a:r>
            <a:r>
              <a:rPr spc="-50" dirty="0"/>
              <a:t> </a:t>
            </a:r>
            <a:r>
              <a:rPr spc="-10" dirty="0"/>
              <a:t>アカウント認証</a:t>
            </a:r>
          </a:p>
          <a:p>
            <a:pPr marL="555625">
              <a:lnSpc>
                <a:spcPct val="100000"/>
              </a:lnSpc>
              <a:spcBef>
                <a:spcPts val="1645"/>
              </a:spcBef>
            </a:pPr>
            <a:r>
              <a:rPr sz="4000" dirty="0"/>
              <a:t>└Google</a:t>
            </a:r>
            <a:r>
              <a:rPr sz="4000" dirty="0">
                <a:latin typeface="Arial Narrow"/>
                <a:cs typeface="Arial Narrow"/>
              </a:rPr>
              <a:t> </a:t>
            </a:r>
            <a:r>
              <a:rPr sz="4000" spc="-5" dirty="0"/>
              <a:t>アカウントを使ったログインに対応</a:t>
            </a:r>
            <a:endParaRPr sz="4000" dirty="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1760"/>
              </a:spcBef>
            </a:pPr>
            <a:endParaRPr sz="4000" dirty="0"/>
          </a:p>
          <a:p>
            <a:pPr marL="12700">
              <a:lnSpc>
                <a:spcPct val="100000"/>
              </a:lnSpc>
            </a:pPr>
            <a:r>
              <a:rPr dirty="0"/>
              <a:t>LLM</a:t>
            </a:r>
            <a:r>
              <a:rPr dirty="0">
                <a:latin typeface="Arial Narrow"/>
                <a:cs typeface="Arial Narrow"/>
              </a:rPr>
              <a:t> </a:t>
            </a:r>
            <a:r>
              <a:rPr spc="-50" dirty="0"/>
              <a:t>他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65725" y="5983010"/>
            <a:ext cx="2952951" cy="2952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72550" y="6938950"/>
            <a:ext cx="2469921" cy="926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" dirty="0">
                <a:latin typeface="M+ 1p"/>
                <a:cs typeface="M+ 1p"/>
              </a:rPr>
              <a:t>技術構成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39200" y="3314700"/>
            <a:ext cx="8703952" cy="38670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6782" y="3959500"/>
            <a:ext cx="6609080" cy="2219960"/>
          </a:xfrm>
          <a:prstGeom prst="rect">
            <a:avLst/>
          </a:prstGeom>
        </p:spPr>
        <p:txBody>
          <a:bodyPr vert="horz" wrap="square" lIns="0" tIns="233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5750" spc="-484" dirty="0">
                <a:latin typeface="Source Han Sans JP"/>
                <a:cs typeface="Source Han Sans JP"/>
              </a:rPr>
              <a:t>flutter_gemma</a:t>
            </a:r>
            <a:endParaRPr sz="5750">
              <a:latin typeface="Source Han Sans JP"/>
              <a:cs typeface="Source Han Sans JP"/>
            </a:endParaRPr>
          </a:p>
          <a:p>
            <a:pPr marL="12700">
              <a:lnSpc>
                <a:spcPct val="100000"/>
              </a:lnSpc>
              <a:spcBef>
                <a:spcPts val="1739"/>
              </a:spcBef>
            </a:pPr>
            <a:r>
              <a:rPr sz="5750" spc="-10" dirty="0">
                <a:latin typeface="Source Han Sans JP"/>
                <a:cs typeface="Source Han Sans JP"/>
              </a:rPr>
              <a:t>を使用しています。</a:t>
            </a:r>
            <a:endParaRPr sz="5750">
              <a:latin typeface="Source Han Sans JP"/>
              <a:cs typeface="Source Han Sans J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" dirty="0"/>
              <a:t>参考資料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7865" y="2352664"/>
            <a:ext cx="4873561" cy="34432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8706" y="6262547"/>
            <a:ext cx="4802708" cy="30724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3863" y="6106468"/>
            <a:ext cx="4592075" cy="33846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13854" y="2352664"/>
            <a:ext cx="4592097" cy="33842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AA19-CF90-DBBF-0B6E-BA5C38E6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061FED-5B33-F5EF-AA70-BB2670B4FE62}"/>
              </a:ext>
            </a:extLst>
          </p:cNvPr>
          <p:cNvSpPr/>
          <p:nvPr/>
        </p:nvSpPr>
        <p:spPr>
          <a:xfrm>
            <a:off x="592876" y="1435700"/>
            <a:ext cx="2687955" cy="162560"/>
          </a:xfrm>
          <a:custGeom>
            <a:avLst/>
            <a:gdLst/>
            <a:ahLst/>
            <a:cxnLst/>
            <a:rect l="l" t="t" r="r" b="b"/>
            <a:pathLst>
              <a:path w="2687954" h="162559">
                <a:moveTo>
                  <a:pt x="0" y="162382"/>
                </a:moveTo>
                <a:lnTo>
                  <a:pt x="50645" y="158341"/>
                </a:lnTo>
                <a:lnTo>
                  <a:pt x="101293" y="154338"/>
                </a:lnTo>
                <a:lnTo>
                  <a:pt x="151944" y="150372"/>
                </a:lnTo>
                <a:lnTo>
                  <a:pt x="202597" y="146444"/>
                </a:lnTo>
                <a:lnTo>
                  <a:pt x="253253" y="142554"/>
                </a:lnTo>
                <a:lnTo>
                  <a:pt x="303912" y="138701"/>
                </a:lnTo>
                <a:lnTo>
                  <a:pt x="354573" y="134886"/>
                </a:lnTo>
                <a:lnTo>
                  <a:pt x="405237" y="131108"/>
                </a:lnTo>
                <a:lnTo>
                  <a:pt x="455903" y="127368"/>
                </a:lnTo>
                <a:lnTo>
                  <a:pt x="506572" y="123666"/>
                </a:lnTo>
                <a:lnTo>
                  <a:pt x="557244" y="120001"/>
                </a:lnTo>
                <a:lnTo>
                  <a:pt x="607918" y="116373"/>
                </a:lnTo>
                <a:lnTo>
                  <a:pt x="658595" y="112784"/>
                </a:lnTo>
                <a:lnTo>
                  <a:pt x="709274" y="109231"/>
                </a:lnTo>
                <a:lnTo>
                  <a:pt x="759956" y="105717"/>
                </a:lnTo>
                <a:lnTo>
                  <a:pt x="810640" y="102240"/>
                </a:lnTo>
                <a:lnTo>
                  <a:pt x="861328" y="98800"/>
                </a:lnTo>
                <a:lnTo>
                  <a:pt x="912017" y="95398"/>
                </a:lnTo>
                <a:lnTo>
                  <a:pt x="962710" y="92034"/>
                </a:lnTo>
                <a:lnTo>
                  <a:pt x="1013405" y="88707"/>
                </a:lnTo>
                <a:lnTo>
                  <a:pt x="1064102" y="85418"/>
                </a:lnTo>
                <a:lnTo>
                  <a:pt x="1114802" y="82166"/>
                </a:lnTo>
                <a:lnTo>
                  <a:pt x="1165505" y="78952"/>
                </a:lnTo>
                <a:lnTo>
                  <a:pt x="1216210" y="75775"/>
                </a:lnTo>
                <a:lnTo>
                  <a:pt x="1266918" y="72636"/>
                </a:lnTo>
                <a:lnTo>
                  <a:pt x="1317629" y="69535"/>
                </a:lnTo>
                <a:lnTo>
                  <a:pt x="1368342" y="66471"/>
                </a:lnTo>
                <a:lnTo>
                  <a:pt x="1419057" y="63445"/>
                </a:lnTo>
                <a:lnTo>
                  <a:pt x="1469776" y="60456"/>
                </a:lnTo>
                <a:lnTo>
                  <a:pt x="1520496" y="57505"/>
                </a:lnTo>
                <a:lnTo>
                  <a:pt x="1571220" y="54592"/>
                </a:lnTo>
                <a:lnTo>
                  <a:pt x="1621946" y="51716"/>
                </a:lnTo>
                <a:lnTo>
                  <a:pt x="1672675" y="48877"/>
                </a:lnTo>
                <a:lnTo>
                  <a:pt x="1723406" y="46077"/>
                </a:lnTo>
                <a:lnTo>
                  <a:pt x="1774140" y="43313"/>
                </a:lnTo>
                <a:lnTo>
                  <a:pt x="1824876" y="40588"/>
                </a:lnTo>
                <a:lnTo>
                  <a:pt x="1875615" y="37900"/>
                </a:lnTo>
                <a:lnTo>
                  <a:pt x="1926356" y="35249"/>
                </a:lnTo>
                <a:lnTo>
                  <a:pt x="1977101" y="32636"/>
                </a:lnTo>
                <a:lnTo>
                  <a:pt x="2027847" y="30061"/>
                </a:lnTo>
                <a:lnTo>
                  <a:pt x="2078597" y="27523"/>
                </a:lnTo>
                <a:lnTo>
                  <a:pt x="2129348" y="25023"/>
                </a:lnTo>
                <a:lnTo>
                  <a:pt x="2180103" y="22560"/>
                </a:lnTo>
                <a:lnTo>
                  <a:pt x="2230860" y="20135"/>
                </a:lnTo>
                <a:lnTo>
                  <a:pt x="2281620" y="17747"/>
                </a:lnTo>
                <a:lnTo>
                  <a:pt x="2332382" y="15397"/>
                </a:lnTo>
                <a:lnTo>
                  <a:pt x="2383147" y="13085"/>
                </a:lnTo>
                <a:lnTo>
                  <a:pt x="2433914" y="10810"/>
                </a:lnTo>
                <a:lnTo>
                  <a:pt x="2484684" y="8573"/>
                </a:lnTo>
                <a:lnTo>
                  <a:pt x="2535456" y="6373"/>
                </a:lnTo>
                <a:lnTo>
                  <a:pt x="2586231" y="4211"/>
                </a:lnTo>
                <a:lnTo>
                  <a:pt x="2637009" y="2086"/>
                </a:lnTo>
                <a:lnTo>
                  <a:pt x="2687789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D145419-81B9-D125-AFC9-4AFB33D57A2A}"/>
              </a:ext>
            </a:extLst>
          </p:cNvPr>
          <p:cNvSpPr/>
          <p:nvPr/>
        </p:nvSpPr>
        <p:spPr>
          <a:xfrm>
            <a:off x="1516819" y="1916756"/>
            <a:ext cx="2729865" cy="55244"/>
          </a:xfrm>
          <a:custGeom>
            <a:avLst/>
            <a:gdLst/>
            <a:ahLst/>
            <a:cxnLst/>
            <a:rect l="l" t="t" r="r" b="b"/>
            <a:pathLst>
              <a:path w="2729865" h="55244">
                <a:moveTo>
                  <a:pt x="0" y="54800"/>
                </a:moveTo>
                <a:lnTo>
                  <a:pt x="2729611" y="0"/>
                </a:lnTo>
              </a:path>
            </a:pathLst>
          </a:custGeom>
          <a:ln w="81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20A5D88B-00EE-86DC-C8D5-72A4777EB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" dirty="0"/>
              <a:t>参考資料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9B679EDD-65F3-6ED0-A44A-606469B0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159515"/>
            <a:ext cx="13702987" cy="737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8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4587" y="4637396"/>
            <a:ext cx="8072120" cy="9036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0" spc="-5" dirty="0">
                <a:latin typeface="Source Han Sans JP"/>
                <a:cs typeface="Source Han Sans JP"/>
              </a:rPr>
              <a:t>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38</Words>
  <Application>Microsoft Office PowerPoint</Application>
  <PresentationFormat>ユーザー設定</PresentationFormat>
  <Paragraphs>34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M+ 1p</vt:lpstr>
      <vt:lpstr>M+ 1p light</vt:lpstr>
      <vt:lpstr>Source Han Sans JP</vt:lpstr>
      <vt:lpstr>Arial Narrow</vt:lpstr>
      <vt:lpstr>Office Theme</vt:lpstr>
      <vt:lpstr>AI チャットアプリ 仕様書</vt:lpstr>
      <vt:lpstr>アプリ概要</vt:lpstr>
      <vt:lpstr>アプリ概要    返信の自動提案</vt:lpstr>
      <vt:lpstr>アプリ概要    文章の変換</vt:lpstr>
      <vt:lpstr>アプリ概要</vt:lpstr>
      <vt:lpstr>アプリ概要    実際の動作</vt:lpstr>
      <vt:lpstr>技術構成</vt:lpstr>
      <vt:lpstr>技術構成</vt:lpstr>
      <vt:lpstr>参考資料</vt:lpstr>
      <vt:lpstr>参考資料</vt:lpstr>
      <vt:lpstr>ありがとうございました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ネジ トルクス</cp:lastModifiedBy>
  <cp:revision>2</cp:revision>
  <dcterms:created xsi:type="dcterms:W3CDTF">2026-07-14T17:20:30Z</dcterms:created>
  <dcterms:modified xsi:type="dcterms:W3CDTF">2026-07-15T05:25:29Z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2026-07-14T00:00:00Z</vt:filetime>
  </property>
  <property fmtid="{D5CDD505-2E9C-101B-9397-08002B2CF9AE}" pid="4" name="CreationClient">
    <vt:lpwstr>authoring</vt:lpwstr>
  </property>
  <property fmtid="{D5CDD505-2E9C-101B-9397-08002B2CF9AE}" pid="5" name="Creator">
    <vt:lpwstr>Adobe Express</vt:lpwstr>
  </property>
  <property fmtid="{D5CDD505-2E9C-101B-9397-08002B2CF9AE}" pid="6" name="LastSaved">
    <vt:filetime>2026-07-14T00:00:00Z</vt:filetime>
  </property>
  <property fmtid="{D5CDD505-2E9C-101B-9397-08002B2CF9AE}" pid="7" name="Producer">
    <vt:lpwstr>Adobe Express</vt:lpwstr>
  </property>
</Properties>
</file>